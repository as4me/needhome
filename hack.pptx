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  <p:sldId id="262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79605-37EB-4C8B-80E5-3CE0E0FA0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F77EA-B4AC-47E8-8024-0EA47CE7B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92BB4-DFD6-441A-8BD6-C41858012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4995-394D-40EC-8338-5105D8B6D36D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920C4-58F7-44F8-AF4B-33C9E291E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9E476-2F76-4D9E-8511-3BF743C13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A6FD-1C82-46B3-828C-283F1B360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74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A81CD-965B-480C-8824-FFF0FB0D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BDEA5-90D3-4743-81E9-6D8D9D697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0D051-DF28-4536-8BF8-5D57D85E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4995-394D-40EC-8338-5105D8B6D36D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1BCA3-5DAE-4635-8C39-5A7D3FFEA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41237-614E-4D73-A75A-BB329C77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A6FD-1C82-46B3-828C-283F1B360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7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526ED-FD63-4B9E-9903-0CF405234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3108B-E9C8-49ED-9935-A4A479C8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6C06D-3EBF-4091-BE5B-A1F11D508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4995-394D-40EC-8338-5105D8B6D36D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C0C63-9B30-4831-A132-CE50E8574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B87D4-AE5E-485B-92D3-5F1F880C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A6FD-1C82-46B3-828C-283F1B360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91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188D1-D3C5-4D3D-8AB1-B39854BC1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E1FB6-9959-4D22-B55D-24866A97B7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A85CA-070A-4C2B-8FFF-0316974D4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CEFF7-DDC4-480E-A782-C9C53F1F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4995-394D-40EC-8338-5105D8B6D36D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5805C-C0EF-474F-B7DB-3FEBA36C1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24EBF-A8FA-4788-BFCE-C34A42769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A6FD-1C82-46B3-828C-283F1B360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51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0AAC2-66CC-406A-9A1C-8ECC17847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81BBA-3AEB-4005-AFC2-6F28CEA89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1D9AD4-BB2C-43E2-9FA7-E1A929CD2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5013A-3486-49EF-8891-E4CED4DC9E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AEED31-F827-4452-9539-0C003F8B3D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4799A1-888F-4AE0-90ED-F76877E73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4995-394D-40EC-8338-5105D8B6D36D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E6776-A0D1-4768-B4D6-27CE8CA2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B32E80-3FB6-41CC-934F-B20F0D871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A6FD-1C82-46B3-828C-283F1B360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5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42A58-423B-4664-8700-1ED1C82E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DC907-7AEF-4D88-A743-C24226277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4995-394D-40EC-8338-5105D8B6D36D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5E3699-A6D1-478A-9F98-ABAD262F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B2E55-C41F-4684-B59A-771E04C8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A6FD-1C82-46B3-828C-283F1B360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59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1CED62-4936-4B09-98A1-952A78FAD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4995-394D-40EC-8338-5105D8B6D36D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CE56E5-157C-412F-97D8-BFD6FACDE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533BA-F17F-46CC-B323-2B6E8B68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A6FD-1C82-46B3-828C-283F1B360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821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EDE8E-07AA-4894-A5BF-A4400F1F8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9EED4-6FAD-4501-8F05-BF2475E29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268E9-717A-4B0D-8AE1-1B3AAFF5D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EF7E6-334C-4866-AF45-B9CE6B79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4995-394D-40EC-8338-5105D8B6D36D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5083E-C680-409B-9DEB-DEC96A4B0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7AB61-C8E3-4820-A168-F8200A05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A6FD-1C82-46B3-828C-283F1B360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20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A0AA2-031E-4837-B957-46A0056F2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3B4FAB-5C2C-40A1-A8D1-A185F2C682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89521-92A1-4EBD-BBCA-C6813F9AB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571E7-841D-46C3-B4D6-D18653D8A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4995-394D-40EC-8338-5105D8B6D36D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7A3F2-8F53-445F-A978-15949796D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35A6E-1DAC-4A72-9448-9590921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A6FD-1C82-46B3-828C-283F1B360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68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044E7-EF63-4925-BB13-3BDADB801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E5DF9-03A6-4DE2-889E-55726D229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ED269-FAE9-4177-8C68-1DC4BE10A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4995-394D-40EC-8338-5105D8B6D36D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6A931-2C64-4652-8D65-0DEF735D7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90FC5-CBF3-4BCA-B36D-F0792C6D8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A6FD-1C82-46B3-828C-283F1B360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08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2056EC-DDAD-4FA1-A014-24119BEB8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87921-F8ED-4A73-9158-657FFBDD0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BCD3B-C3D6-43F7-AA4B-542D889BF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4995-394D-40EC-8338-5105D8B6D36D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6960B-BB29-4CBB-BE5E-0E4223F4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ADE45-1ADC-4712-984F-C496E676D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A6FD-1C82-46B3-828C-283F1B360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5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06F8F-91C4-4AB9-97F7-31D3328CA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F04D9-0248-4998-9CF7-836CF2DAE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734DA-C153-461E-9F78-A8CD33E43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54995-394D-40EC-8338-5105D8B6D36D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B5961-E05A-427F-95D9-798708099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2FC65-1E45-486D-9887-FBABBE449B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CA6FD-1C82-46B3-828C-283F1B360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7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03B6-1589-46C5-8FB1-8DE2470A37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AC58E-C9F8-48EA-9312-72731C508C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841038-8C69-49E9-AAF1-E9B0459FA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D92462-5B60-4259-9E1E-2DAC315DD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578EFA-0C24-406F-A764-E06D75E12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206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9642A1-DBED-4886-9EE4-7A935814A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97A1D7-0275-4596-9687-19E67C801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4DBE16-E6DE-4E9D-9C04-A244C9DC3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08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0FCE00-95BC-4CD8-9E28-35231880A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8045A3-E859-421F-ACD2-B4B879CF9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FDC108-C4A6-4328-B09B-D70A0ABDA4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20E61C-66CC-43E4-8AFB-8B522F0F8E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853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0D47AE-5A2F-4B1A-9052-645195B60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78B58B-0065-4084-AEA8-C281AFB4AF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8B41E0-3808-40C9-A491-A02D0975D4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C7138A-F932-435F-8FC8-C48EE14244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F7AA780-6721-48CE-8C5A-43798A78CD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955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017E6B-A210-426F-8D80-2BF474A95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119440-9517-49B3-9B3D-283A6430E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1252F0-1723-45F2-BEF1-AC2EC87862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5E5711-9D84-4BE3-B21F-0CE216471A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171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66F64A-A576-474B-B362-69267DF21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561626-4C8D-475F-AE88-117BA0487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20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5EA9CE-664B-4816-882A-FC269D000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F2D7D1-93FB-4F8B-8F4C-8A7E250D3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41939B-21CE-4199-9300-49A531B09B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25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6173D4-2286-4F55-8A67-56297B880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F21E54-4198-42D3-96F9-2AFBA4D73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51B593-75B6-48D3-9C98-C9C3394007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435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0D0346-71F0-48CD-9305-71F0A63D0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41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андрей сергеев</dc:creator>
  <cp:lastModifiedBy>андрей сергеев</cp:lastModifiedBy>
  <cp:revision>10</cp:revision>
  <dcterms:created xsi:type="dcterms:W3CDTF">2021-04-17T12:03:55Z</dcterms:created>
  <dcterms:modified xsi:type="dcterms:W3CDTF">2021-04-17T23:52:04Z</dcterms:modified>
</cp:coreProperties>
</file>